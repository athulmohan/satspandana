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a4b5e8dafb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a4b5e8daf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a4b5e8dafb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a4b5e8dafb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a4b5e8dafb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a4b5e8dafb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b5e8dafb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a4b5e8dafb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a4b5e8dafb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a4b5e8dafb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2.jpg"/><Relationship Id="rId7" Type="http://schemas.openxmlformats.org/officeDocument/2006/relationships/image" Target="../media/image6.jp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3016800" y="979538"/>
            <a:ext cx="3110400" cy="1322500"/>
            <a:chOff x="3016800" y="1276700"/>
            <a:chExt cx="3110400" cy="1322500"/>
          </a:xfrm>
        </p:grpSpPr>
        <p:sp>
          <p:nvSpPr>
            <p:cNvPr id="55" name="Google Shape;55;p13"/>
            <p:cNvSpPr txBox="1"/>
            <p:nvPr/>
          </p:nvSpPr>
          <p:spPr>
            <a:xfrm>
              <a:off x="3016800" y="2024400"/>
              <a:ext cx="31104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DR. SANJITH G S</a:t>
              </a:r>
              <a:endPara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Head of Physiotherapy</a:t>
              </a:r>
              <a:endParaRPr sz="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Founder Director Sat Spandana</a:t>
              </a:r>
              <a:endParaRPr sz="1300">
                <a:solidFill>
                  <a:schemeClr val="dk2"/>
                </a:solidFill>
              </a:endParaRPr>
            </a:p>
          </p:txBody>
        </p:sp>
        <p:pic>
          <p:nvPicPr>
            <p:cNvPr id="56" name="Google Shape;56;p13"/>
            <p:cNvPicPr preferRelativeResize="0"/>
            <p:nvPr/>
          </p:nvPicPr>
          <p:blipFill rotWithShape="1">
            <a:blip r:embed="rId3">
              <a:alphaModFix/>
            </a:blip>
            <a:srcRect b="41274" l="16299" r="17282" t="3324"/>
            <a:stretch/>
          </p:blipFill>
          <p:spPr>
            <a:xfrm>
              <a:off x="4203825" y="1276700"/>
              <a:ext cx="736362" cy="8099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" name="Google Shape;57;p13"/>
          <p:cNvGrpSpPr/>
          <p:nvPr/>
        </p:nvGrpSpPr>
        <p:grpSpPr>
          <a:xfrm>
            <a:off x="3016800" y="2340300"/>
            <a:ext cx="3110400" cy="1460875"/>
            <a:chOff x="-144375" y="2998400"/>
            <a:chExt cx="3110400" cy="1460875"/>
          </a:xfrm>
        </p:grpSpPr>
        <p:pic>
          <p:nvPicPr>
            <p:cNvPr id="58" name="Google Shape;58;p13"/>
            <p:cNvPicPr preferRelativeResize="0"/>
            <p:nvPr/>
          </p:nvPicPr>
          <p:blipFill rotWithShape="1">
            <a:blip r:embed="rId4">
              <a:alphaModFix/>
            </a:blip>
            <a:srcRect b="24993" l="20404" r="20398" t="24988"/>
            <a:stretch/>
          </p:blipFill>
          <p:spPr>
            <a:xfrm>
              <a:off x="1042644" y="2998400"/>
              <a:ext cx="736362" cy="809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13"/>
            <p:cNvSpPr txBox="1"/>
            <p:nvPr/>
          </p:nvSpPr>
          <p:spPr>
            <a:xfrm>
              <a:off x="-144375" y="3753675"/>
              <a:ext cx="3110400" cy="7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DR. ABHIRAMI M S</a:t>
              </a:r>
              <a:endPara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Senior Physiotherapist</a:t>
              </a:r>
              <a:endParaRPr sz="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Practice</a:t>
              </a:r>
              <a:r>
                <a:rPr lang="en-GB" sz="7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Administrator Sat Spandana Wellness Retreat</a:t>
              </a:r>
              <a:endParaRPr sz="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0" name="Google Shape;60;p13"/>
          <p:cNvSpPr txBox="1"/>
          <p:nvPr/>
        </p:nvSpPr>
        <p:spPr>
          <a:xfrm>
            <a:off x="1986300" y="221963"/>
            <a:ext cx="51714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OUR TEAM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PHYSIOTHERAPY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61" name="Google Shape;61;p13"/>
          <p:cNvGrpSpPr/>
          <p:nvPr/>
        </p:nvGrpSpPr>
        <p:grpSpPr>
          <a:xfrm>
            <a:off x="973950" y="3647100"/>
            <a:ext cx="2516100" cy="1348500"/>
            <a:chOff x="5651275" y="2339225"/>
            <a:chExt cx="2516100" cy="1348500"/>
          </a:xfrm>
        </p:grpSpPr>
        <p:pic>
          <p:nvPicPr>
            <p:cNvPr id="62" name="Google Shape;62;p13"/>
            <p:cNvPicPr preferRelativeResize="0"/>
            <p:nvPr/>
          </p:nvPicPr>
          <p:blipFill rotWithShape="1">
            <a:blip r:embed="rId5">
              <a:alphaModFix/>
            </a:blip>
            <a:srcRect b="44774" l="27300" r="21051" t="3588"/>
            <a:stretch/>
          </p:blipFill>
          <p:spPr>
            <a:xfrm>
              <a:off x="6540325" y="2339225"/>
              <a:ext cx="737998" cy="809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3"/>
            <p:cNvSpPr txBox="1"/>
            <p:nvPr/>
          </p:nvSpPr>
          <p:spPr>
            <a:xfrm>
              <a:off x="5651275" y="3149225"/>
              <a:ext cx="2516100" cy="5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DR. HEBSIBA FLOWER M S</a:t>
              </a:r>
              <a:endPara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Consultant Physiotherapist</a:t>
              </a:r>
              <a:endParaRPr sz="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PALLIPURAM</a:t>
              </a:r>
              <a:endParaRPr sz="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4" name="Google Shape;64;p13"/>
          <p:cNvGrpSpPr/>
          <p:nvPr/>
        </p:nvGrpSpPr>
        <p:grpSpPr>
          <a:xfrm>
            <a:off x="3448650" y="3699023"/>
            <a:ext cx="2246700" cy="1246264"/>
            <a:chOff x="5785975" y="3750061"/>
            <a:chExt cx="2246700" cy="1246264"/>
          </a:xfrm>
        </p:grpSpPr>
        <p:pic>
          <p:nvPicPr>
            <p:cNvPr id="65" name="Google Shape;65;p13"/>
            <p:cNvPicPr preferRelativeResize="0"/>
            <p:nvPr/>
          </p:nvPicPr>
          <p:blipFill rotWithShape="1">
            <a:blip r:embed="rId6">
              <a:alphaModFix/>
            </a:blip>
            <a:srcRect b="34653" l="16637" r="13515" t="11687"/>
            <a:stretch/>
          </p:blipFill>
          <p:spPr>
            <a:xfrm>
              <a:off x="6540325" y="3750061"/>
              <a:ext cx="738000" cy="809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3"/>
            <p:cNvSpPr txBox="1"/>
            <p:nvPr/>
          </p:nvSpPr>
          <p:spPr>
            <a:xfrm>
              <a:off x="5785975" y="4504325"/>
              <a:ext cx="2246700" cy="4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DR. MANORANJEN V P</a:t>
              </a:r>
              <a:endPara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Physiotherapist</a:t>
              </a:r>
              <a:endParaRPr sz="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PALLIPURAM</a:t>
              </a:r>
              <a:endParaRPr sz="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7" name="Google Shape;67;p13"/>
          <p:cNvGrpSpPr/>
          <p:nvPr/>
        </p:nvGrpSpPr>
        <p:grpSpPr>
          <a:xfrm>
            <a:off x="6146100" y="3698495"/>
            <a:ext cx="1531800" cy="1245709"/>
            <a:chOff x="3806100" y="3750041"/>
            <a:chExt cx="1531800" cy="1245709"/>
          </a:xfrm>
        </p:grpSpPr>
        <p:pic>
          <p:nvPicPr>
            <p:cNvPr id="68" name="Google Shape;68;p13"/>
            <p:cNvPicPr preferRelativeResize="0"/>
            <p:nvPr/>
          </p:nvPicPr>
          <p:blipFill rotWithShape="1">
            <a:blip r:embed="rId7">
              <a:alphaModFix/>
            </a:blip>
            <a:srcRect b="37238" l="16991" r="23031" t="6457"/>
            <a:stretch/>
          </p:blipFill>
          <p:spPr>
            <a:xfrm>
              <a:off x="4202999" y="3750041"/>
              <a:ext cx="738002" cy="809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3"/>
            <p:cNvSpPr txBox="1"/>
            <p:nvPr/>
          </p:nvSpPr>
          <p:spPr>
            <a:xfrm>
              <a:off x="3806100" y="4503750"/>
              <a:ext cx="1531800" cy="4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DR. AKHILA M R</a:t>
              </a:r>
              <a:endPara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Consultant </a:t>
              </a:r>
              <a:r>
                <a:rPr lang="en-GB" sz="7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Physiotherapist</a:t>
              </a:r>
              <a:endParaRPr sz="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KANYAKULANGARA</a:t>
              </a:r>
              <a:endParaRPr sz="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70" name="Google Shape;70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15975" y="221974"/>
            <a:ext cx="1091825" cy="4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719050" y="1141150"/>
            <a:ext cx="54315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DR. SANJITH G 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Head of Physiotherapy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Founder Director Sat Spandana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719050" y="2060275"/>
            <a:ext cx="5394300" cy="25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Specialized in musculoskeletal, neurological, and cardiorespiratory physiotherapy, Dr. Sanjith is an expert in sports injury rehabilitation, performance optimization, and fitness enhancement. Leveraging his in-depth knowledge of biomechanics and functional movement, he designs personalized recovery strategies for athletes and fitness enthusiasts to achieve optimal performance.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 passionate advocate for healthy living, Dr. Sanjith and his team actively lead wellness programs, fitness workshops, yoga sessions, and nutrition &amp; weight management initiatives to promote holistic well-being and a balanced, healthy lifestyle.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3">
            <a:alphaModFix/>
          </a:blip>
          <a:srcRect b="5074" l="16305" r="17275" t="3325"/>
          <a:stretch/>
        </p:blipFill>
        <p:spPr>
          <a:xfrm>
            <a:off x="6336250" y="170950"/>
            <a:ext cx="2543700" cy="471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8125" y="4450324"/>
            <a:ext cx="1091825" cy="4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/>
        </p:nvSpPr>
        <p:spPr>
          <a:xfrm>
            <a:off x="719050" y="1141150"/>
            <a:ext cx="54315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DR. ABHIRAMI M 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Senior </a:t>
            </a: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Physiotherapist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Practice Administrator</a:t>
            </a: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Sat Spandana Wellness Retreat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719050" y="2060275"/>
            <a:ext cx="5394300" cy="25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Specialized in musculoskeletal, neurological, and cardiorespiratory physiotherapy, Dr. Sanjith is an expert in sports injury rehabilitation, performance optimization, and fitness enhancement. Leveraging his in-depth knowledge of biomechanics and functional movement, he designs personalized recovery strategies for athletes and fitness enthusiasts to achieve optimal performance.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 passionate advocate for healthy living, Dr. Sanjith and his team actively lead wellness programs, fitness workshops, yoga sessions, and nutrition &amp; weight management initiatives to promote holistic well-being and a balanced, healthy lifestyle.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3">
            <a:alphaModFix/>
          </a:blip>
          <a:srcRect b="7961" l="23003" r="23009" t="17003"/>
          <a:stretch/>
        </p:blipFill>
        <p:spPr>
          <a:xfrm>
            <a:off x="6336000" y="169200"/>
            <a:ext cx="2545198" cy="4710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8125" y="4450324"/>
            <a:ext cx="1091825" cy="4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/>
        </p:nvSpPr>
        <p:spPr>
          <a:xfrm>
            <a:off x="719050" y="1141150"/>
            <a:ext cx="54315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DR. AKHILA M R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Physiotherapist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719050" y="2060275"/>
            <a:ext cx="5394300" cy="25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Skilled and compassionate physiotherapist with one year of professional experience at </a:t>
            </a: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Satspandana</a:t>
            </a: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Physiotherapy Clinic.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She is committed to delivering high-quality care through a blend of evidence-based techniques, hands-on therapy,patient education and empowering patients by creating personalized exercise plans and guiding lifestyle modifications, fostering a proactive approach to health and wellness. Her dedication ensures that every patient receives tailored solutions for their unique needs.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 b="2652" l="17843" r="21915" t="1589"/>
          <a:stretch/>
        </p:blipFill>
        <p:spPr>
          <a:xfrm>
            <a:off x="6330601" y="156641"/>
            <a:ext cx="2552399" cy="4743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8125" y="4450324"/>
            <a:ext cx="1091825" cy="4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/>
        </p:nvSpPr>
        <p:spPr>
          <a:xfrm>
            <a:off x="719050" y="1141150"/>
            <a:ext cx="54315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DR. </a:t>
            </a:r>
            <a:r>
              <a:rPr lang="en-GB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HEBSIBA FLOWER M 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Consultant Physiotherapist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719050" y="2060275"/>
            <a:ext cx="5394300" cy="25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Senior physiotherapist with over six years of expertise in geriatric rehabilitation, post-operative care, orthopedic rehabilitation, and neurological conditions. She is skilled in manual therapy, taping, electrotherapy, exercise therapy, and Basic Life Support (BLS), providing comprehensive care for her patients.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Committed to personalized treatment, Dr. Hebsiba focuses on helping patients regain optimal physical function and overall well-being. Whether recovering from an injury, undergoing rehabilitation, or seeking preventive care, she offers compassionate, evidence-based guidance to support a healthier, more active lifestyle.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 rotWithShape="1">
          <a:blip r:embed="rId3">
            <a:alphaModFix/>
          </a:blip>
          <a:srcRect b="10254" l="26385" r="21736" t="2248"/>
          <a:stretch/>
        </p:blipFill>
        <p:spPr>
          <a:xfrm>
            <a:off x="6334200" y="172349"/>
            <a:ext cx="2545201" cy="471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8125" y="4450324"/>
            <a:ext cx="1091825" cy="4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/>
        </p:nvSpPr>
        <p:spPr>
          <a:xfrm>
            <a:off x="719050" y="1141150"/>
            <a:ext cx="54315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DR. MANORANJEN</a:t>
            </a:r>
            <a:r>
              <a:rPr lang="en-GB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V P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Physiotherapist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719050" y="2060275"/>
            <a:ext cx="5394300" cy="25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Dedicated physiotherapist with a focus on restoring mobility, function, and overall well-being. He brings a results-driven approach to patient care, emphasizing thorough assessments and targeted interventions.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He is committed to addressing the root causes of discomfort using advanced manual therapy techniques and progressive rehabilitation protocols. His patient-centered approach emphasizes continuous learning and collaboration, ensuring that individuals not only recover efficiently but also develop long-term resilience to prevent future injuries.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7754" l="18225" r="14046" t="4726"/>
          <a:stretch/>
        </p:blipFill>
        <p:spPr>
          <a:xfrm>
            <a:off x="6330600" y="172349"/>
            <a:ext cx="2552400" cy="471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8125" y="4450324"/>
            <a:ext cx="1091825" cy="4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